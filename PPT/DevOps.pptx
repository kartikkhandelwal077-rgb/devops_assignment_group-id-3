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AUTOMATED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EventSphere Quality Assurance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 master compile of Cypress E2E, Selenium Webdriver, and Selenium IDE verification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Testing Agenda &amp;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 have implemented three independent, automated testing layers to guarantee absolute stability, responsiveness, and performance of the EventSphere premium event management portal: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1: Selenium IDE Automated Tests - Visual codeless browser session recordings.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2: Selenium Webdriver Node.js Execution - Programmatic terminal-driven Chrome automation.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3: Cypress E2E Testing Suite - Complete client-side application specs, form submission, and route validation.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Visual Verification Pages - Step-by-step screenshots tracking exact elements, DOM selectors, assertions, and console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IDE 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Visual browser automation, codeless script recorders, and element verification playbacks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Codeless Visual Testing &amp;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Selenium IDE provides a rapid prototype automation layer by recording human actions in Chrome and generating assertions without writing code.</a:t>
            </a:r>
            <a:br/>
            <a:r>
              <a:t/>
            </a:r>
            <a:br/>
            <a:r>
              <a:t>It is utilized for sanity testing critical user flows instantly when migrating codebases.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Quick Test Initialization: Configures target site URL (Render host) directly in the extension dashboard.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Interactive Event Recording: Intercepts click elements, select selectors, and input characters during registration flows.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Target Selector Verification: Displays multiple DOM targets (IDs, Classnames, CSS paths) for absolute reliability.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Assertion Verification: Evaluates if specific dashboard headers (like 'Active Passes') render correctly post-login.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Zero-Coding Requirements: Test suites can be exported directly to Java, Python, or JavaScript codebases.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The Selenium Browser Automation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official homepage of the Selenium open-source browser automation framework, showcasing its core utilities and community tools.</a:t>
            </a:r>
          </a:p>
        </p:txBody>
      </p:sp>
      <p:pic>
        <p:nvPicPr>
          <p:cNvPr id="6" name="Picture 5" descr="WhatsApp Image 2026-07-22 at 1.02.0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The Selenium Tool Suite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An introduction to the three main components of the Selenium automation suite: WebDriver, IDE, and Grid.</a:t>
            </a:r>
          </a:p>
        </p:txBody>
      </p:sp>
      <p:pic>
        <p:nvPicPr>
          <p:cNvPr id="6" name="Picture 5" descr="WhatsApp Image 2026-07-22 at 1.02.0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Selenium IDE Official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official portal describing Selenium IDE functionalities, including Chrome/Firefox extensions and the CLI Command-line Runner.</a:t>
            </a:r>
          </a:p>
        </p:txBody>
      </p:sp>
      <p:pic>
        <p:nvPicPr>
          <p:cNvPr id="6" name="Picture 5" descr="WhatsApp Image 2026-07-22 at 1.02.0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Installing Selenium IDE on Google Chrome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Navigating the official Google Chrome Web Store registry to install the record-and-playback extension tool.</a:t>
            </a:r>
          </a:p>
        </p:txBody>
      </p:sp>
      <p:pic>
        <p:nvPicPr>
          <p:cNvPr id="6" name="Picture 5" descr="WhatsApp Image 2026-07-22 at 1.02.1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Installing Selenium IDE on Mozilla Firefox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Locating and enabling the Selenium IDE add-on within the official Firefox Browser Add-ons store for cross-browser tests.</a:t>
            </a:r>
          </a:p>
        </p:txBody>
      </p:sp>
      <p:pic>
        <p:nvPicPr>
          <p:cNvPr id="6" name="Picture 5" descr="WhatsApp Image 2026-07-22 at 1.02.10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Startup Options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Launching the extension UI for the first time, prompting the user to start a new recording session or open an existing project file.</a:t>
            </a:r>
          </a:p>
        </p:txBody>
      </p:sp>
      <p:pic>
        <p:nvPicPr>
          <p:cNvPr id="6" name="Picture 5" descr="WhatsApp Image 2026-07-22 at 1.02.10 A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Setting Project Base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Entering the target site's URL parameters inside the IDE configuration prompt to bind the recorded browser session to the web host.</a:t>
            </a:r>
          </a:p>
        </p:txBody>
      </p:sp>
      <p:pic>
        <p:nvPicPr>
          <p:cNvPr id="6" name="Picture 5" descr="WhatsApp Image 2026-07-22 at 1.02.1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Naming the Automated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Specifying a descriptive case name (e.g., 'Login Test') to organize and structure the recorded browser instructions inside the test suite.</a:t>
            </a:r>
          </a:p>
        </p:txBody>
      </p:sp>
      <p:pic>
        <p:nvPicPr>
          <p:cNvPr id="6" name="Picture 5" descr="WhatsApp Image 2026-07-22 at 1.02.11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9: Recorded Command Sequence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Viewing the table of recorded commands, targets, and values inside Selenium IDE, describing selectors used during the test execution.</a:t>
            </a:r>
          </a:p>
        </p:txBody>
      </p:sp>
      <p:pic>
        <p:nvPicPr>
          <p:cNvPr id="6" name="Picture 5" descr="WhatsApp Image 2026-07-22 at 1.02.12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10: Playback Verification and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Executing the playbacks in Selenium IDE and tracking test outcomes. The red status bar alerts the QA team to failures during execution.</a:t>
            </a:r>
          </a:p>
        </p:txBody>
      </p:sp>
      <p:pic>
        <p:nvPicPr>
          <p:cNvPr id="6" name="Picture 5" descr="WhatsApp Image 2026-07-22 at 1.02.12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Webdriver Terminal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Programmatic Node.js automation driving Chrome driver and asserting login success via terminal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Node.js Programmatic Browser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Our Selenium WebDriver script runs inside Node.js, dynamically communicating with Chrome Driver to automate user tasks.</a:t>
            </a:r>
            <a:br/>
            <a:r>
              <a:t/>
            </a:r>
            <a:br/>
            <a:r>
              <a:t>It is executed via command-line and integrated into standard CI/CD deployment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JavaScript Integration: Uses 'selenium-webdriver' package directly in Node.js to configure Chrome browser sessions.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Automated Input &amp; Navigation: Instructs Chrome to open the login page, locate email/password inputs, and enter credentials.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Form Submission: Simulates a click on the 'Sign In' submit button and routes authentication parameters to our Render backend.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Dynamic Assertions: Waits for the URL to change to '/dashboard' to confirm the login workflow connected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Clean Session Teardown: Safely closes Chrome and prints execution logs inside the PowerShell terminal window.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Running Script in PowerShell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Executing the automated test script 'node selenium_test.js' within the PowerShell terminal console.</a:t>
            </a:r>
          </a:p>
        </p:txBody>
      </p:sp>
      <p:pic>
        <p:nvPicPr>
          <p:cNvPr id="6" name="Picture 5" descr="WhatsApp Image 2026-07-22 at 1.02.1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Chrome Driver Launch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test script instantiates ChromeDriver, automatically spawning a new standalone Google Chrome browser session.</a:t>
            </a:r>
          </a:p>
        </p:txBody>
      </p:sp>
      <p:pic>
        <p:nvPicPr>
          <p:cNvPr id="6" name="Picture 5" descr="WhatsApp Image 2026-07-22 at 1.02.18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Automated Input of Login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Webdriver locating target CSS elements on the login page and automatically typing email and password parameters.</a:t>
            </a:r>
          </a:p>
        </p:txBody>
      </p:sp>
      <p:pic>
        <p:nvPicPr>
          <p:cNvPr id="6" name="Picture 5" descr="WhatsApp Image 2026-07-22 at 1.02.1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Form Submission &amp; Redirect Waiting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WebDriver clicking the submit login form and waiting for the redirection flow to point to the secure dashboard portal.</a:t>
            </a:r>
          </a:p>
        </p:txBody>
      </p:sp>
      <p:pic>
        <p:nvPicPr>
          <p:cNvPr id="6" name="Picture 5" descr="WhatsApp Image 2026-07-22 at 1.02.1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Test Execution Verification &amp; Pass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script completes all steps, closes the Chrome session, and prints the success log statement ('Test Passed') directly in the terminal.</a:t>
            </a:r>
          </a:p>
        </p:txBody>
      </p:sp>
      <p:pic>
        <p:nvPicPr>
          <p:cNvPr id="6" name="Picture 5" descr="WhatsApp Image 2026-07-22 at 1.02.2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Cypress End-to-End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Complete client-side specs covering Homepage layout, About details, Contact form feedback, and Dashboard portals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Cypress Client-Side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runs directly inside the browser environment, offering blazing fast spec execution, automatic waiting, and built-in screenshot debuggers.</a:t>
            </a:r>
            <a:br/>
            <a:r>
              <a:t/>
            </a:r>
            <a:br/>
            <a:r>
              <a:t>It forms the core testing layer of EventSphere.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Homepage Check: Verifies luxury brand header ('EVENTSPHERE') and navigation links exist and are fully interactive.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About Page Verification: Visits '/about' and asserts that core text paragraphs load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Contact Concierge Form: Fills in the contact form, clicks 'Send Inquiry', and verifies the luxury success toast feedback.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Events Explorer: Types into search filters and verifies dynamic listing responsiveness.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Redux Store &amp; Router Checks: Logs in and navigates dashboard tabs (My Tickets, Wishlist, Settings) to verify client routes.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Launching Cypress Test Runner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Launching the Cypress graphic user interface (GUI) dashboard showing the active specs lists.</a:t>
            </a:r>
          </a:p>
        </p:txBody>
      </p:sp>
      <p:pic>
        <p:nvPicPr>
          <p:cNvPr id="6" name="Picture 5" descr="WhatsApp Image 2026-07-22 at 1.02.1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spec.cy.js File and Specs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Checking the E2E specifications file directory list inside the Cypress test manager interface.</a:t>
            </a:r>
          </a:p>
        </p:txBody>
      </p:sp>
      <p:pic>
        <p:nvPicPr>
          <p:cNvPr id="6" name="Picture 5" descr="WhatsApp Image 2026-07-22 at 1.02.13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Homepage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launching Google Chrome automatically and visiting the EventSphere homepage to execute checks.</a:t>
            </a:r>
          </a:p>
        </p:txBody>
      </p:sp>
      <p:pic>
        <p:nvPicPr>
          <p:cNvPr id="6" name="Picture 5" descr="WhatsApp Image 2026-07-22 at 1.02.14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Asserting Header and CTA Buttons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asserting that the 'EVENTSPHERE' logo header and 'Explore Events' button are fully loaded.</a:t>
            </a:r>
          </a:p>
        </p:txBody>
      </p:sp>
      <p:pic>
        <p:nvPicPr>
          <p:cNvPr id="6" name="Picture 5" descr="WhatsApp Image 2026-07-22 at 1.02.14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About Us Page Assertions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navigating to the About page and verifying that the header, tagline, and philosophy text match assertions.</a:t>
            </a:r>
          </a:p>
        </p:txBody>
      </p:sp>
      <p:pic>
        <p:nvPicPr>
          <p:cNvPr id="6" name="Picture 5" descr="WhatsApp Image 2026-07-22 at 1.02.15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Filling Out Contact Concierge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automatically locating the name and email input fields on the Contact page and typing input details.</a:t>
            </a:r>
          </a:p>
        </p:txBody>
      </p:sp>
      <p:pic>
        <p:nvPicPr>
          <p:cNvPr id="6" name="Picture 5" descr="WhatsApp Image 2026-07-22 at 1.02.15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Concierge Form Submission &amp; Toast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37944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Submitting the form and asserting that the success message toast feedback is correctly triggered on screen.</a:t>
            </a:r>
          </a:p>
        </p:txBody>
      </p:sp>
      <p:pic>
        <p:nvPicPr>
          <p:cNvPr id="6" name="Picture 5" descr="WhatsApp Image 2026-07-22 at 1.02.16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Events Search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Navigating to the Events page, selecting the search filter field, and typing keywords to confirm real-time list rendering.</a:t>
            </a:r>
          </a:p>
        </p:txBody>
      </p:sp>
      <p:pic>
        <p:nvPicPr>
          <p:cNvPr id="6" name="Picture 5" descr="WhatsApp Image 2026-07-22 at 1.02.16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9: Automated User Login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Entering pre-seeded credentials on the login page and asserting that the authorization submit process executes successfully.</a:t>
            </a:r>
          </a:p>
        </p:txBody>
      </p:sp>
      <p:pic>
        <p:nvPicPr>
          <p:cNvPr id="6" name="Picture 5" descr="WhatsApp Image 2026-07-22 at 1.02.17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10: Dashboard Sub-Tabs Navigation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Clicking between dashboard tabs (My Tickets, Wishlist, Settings) to confirm page routing resolves immediately.</a:t>
            </a:r>
          </a:p>
        </p:txBody>
      </p:sp>
      <p:pic>
        <p:nvPicPr>
          <p:cNvPr id="6" name="Picture 5" descr="WhatsApp Image 2026-07-22 at 1.02.17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Automated Testing Tools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IDE</a:t>
            </a:r>
            <a:br/>
            <a:r>
              <a:t/>
            </a:r>
            <a:br/>
            <a:r>
              <a:t>• Codeless recorder</a:t>
            </a:r>
            <a:br/>
            <a:r>
              <a:t>• Best for rapid sanity prototypes</a:t>
            </a:r>
            <a:br/>
            <a:r>
              <a:t>• Fast configurations</a:t>
            </a:r>
            <a:br/>
            <a:r>
              <a:t>• Requires browser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WebDriver</a:t>
            </a:r>
            <a:br/>
            <a:r>
              <a:t/>
            </a:r>
            <a:br/>
            <a:r>
              <a:t>• Code-based (Node.js)</a:t>
            </a:r>
            <a:br/>
            <a:r>
              <a:t>• Best for CI/CD integration</a:t>
            </a:r>
            <a:br/>
            <a:r>
              <a:t>• Runs headless in shell</a:t>
            </a:r>
            <a:br/>
            <a:r>
              <a:t>• Excellent cross-browser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Cypress E2E</a:t>
            </a:r>
            <a:br/>
            <a:r>
              <a:t/>
            </a:r>
            <a:br/>
            <a:r>
              <a:t>• Direct browser architecture</a:t>
            </a:r>
            <a:br/>
            <a:r>
              <a:t>• Super fast execution times</a:t>
            </a:r>
            <a:br/>
            <a:r>
              <a:t>• Built-in time travel &amp; debugging</a:t>
            </a:r>
            <a:br/>
            <a:r>
              <a:t>• Comprehensive UI/UX tests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QUALITY ASSURANCE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Georgia"/>
              </a:defRPr>
            </a:pPr>
            <a:r>
              <a:t>All Test Suites Verified &amp;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Cypress and Selenium Webdriver scripts compile and execute successfully with zero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1523</Words>
  <Application>Microsoft Office PowerPoint</Application>
  <PresentationFormat>Widescreen</PresentationFormat>
  <Paragraphs>126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Yash Bhatt</dc:creator>
  <cp:keywords/>
  <dc:description>generated using python-pptx</dc:description>
  <cp:lastModifiedBy>Yash Bhatt</cp:lastModifiedBy>
  <cp:revision>3</cp:revision>
  <dcterms:created xsi:type="dcterms:W3CDTF">2013-01-27T09:14:16Z</dcterms:created>
  <dcterms:modified xsi:type="dcterms:W3CDTF">2026-07-21T20:29:50Z</dcterms:modified>
  <cp:category/>
</cp:coreProperties>
</file>